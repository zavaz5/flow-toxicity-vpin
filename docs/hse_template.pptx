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/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FC7221-2359-4754-8425-334A788E2670}">
  <a:tblStyle styleId="{08FC7221-2359-4754-8425-334A788E26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4" Type="http://schemas.openxmlformats.org/officeDocument/2006/relationships/font" Target="fonts/Roboto-regular.fntdata"/><Relationship Id="rId25" Type="http://schemas.openxmlformats.org/officeDocument/2006/relationships/font" Target="fonts/Roboto-bold.fntdata"/><Relationship Id="rId26" Type="http://schemas.openxmlformats.org/officeDocument/2006/relationships/font" Target="fonts/Roboto-italic.fntdata"/><Relationship Id="rId27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">
  <p:cSld name="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5" name="Google Shape;2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body"/>
          </p:nvPr>
        </p:nvSpPr>
        <p:spPr>
          <a:xfrm>
            <a:off x="1143688" y="540904"/>
            <a:ext cx="2174547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2">
  <p:cSld name="Text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3">
  <p:cSld name="Text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8" name="Google Shape;3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hart_1">
  <p:cSld name="Сhar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6" name="Google Shape;4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/>
          <p:nvPr>
            <p:ph idx="3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1143688" y="540904"/>
            <a:ext cx="2174547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hart_2">
  <p:cSld name="Сhart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4" name="Google Shape;5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/>
          <p:nvPr>
            <p:ph idx="2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3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5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8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">
  <p:cSld name="Number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2" name="Google Shape;6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3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4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5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6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7" type="body"/>
          </p:nvPr>
        </p:nvSpPr>
        <p:spPr>
          <a:xfrm>
            <a:off x="1143689" y="540904"/>
            <a:ext cx="218953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9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3" name="Google Shape;7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/>
          <p:nvPr>
            <p:ph idx="3" type="tbl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4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0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2">
  <p:cSld name="Table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1"/>
          <p:cNvSpPr/>
          <p:nvPr>
            <p:ph idx="3" type="tbl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4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5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1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s">
  <p:cSld name="Color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8" name="Google Shape;8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 txBox="1"/>
          <p:nvPr>
            <p:ph idx="2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2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">
  <p:cSld name="Clea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4" name="Google Shape;11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13"/>
          <p:cNvSpPr txBox="1"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1">
  <p:cSld name="Final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2">
  <p:cSld name="Final_2">
    <p:bg>
      <p:bgPr>
        <a:solidFill>
          <a:srgbClr val="0E2D6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3">
  <p:cSld name="Text_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7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3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17"/>
          <p:cNvSpPr txBox="1"/>
          <p:nvPr>
            <p:ph idx="4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7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8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8"/>
          <p:cNvSpPr txBox="1"/>
          <p:nvPr>
            <p:ph idx="3" type="body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  <a:defRPr b="0" i="0" sz="4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19"/>
          <p:cNvSpPr txBox="1"/>
          <p:nvPr>
            <p:ph idx="3" type="body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19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">
  <p:cSld name="Text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3" type="body"/>
          </p:nvPr>
        </p:nvSpPr>
        <p:spPr>
          <a:xfrm>
            <a:off x="1143688" y="540904"/>
            <a:ext cx="2174547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2">
  <p:cSld name="Text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2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1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hart_1">
  <p:cSld name="Сhart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2"/>
          <p:cNvSpPr/>
          <p:nvPr>
            <p:ph idx="3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4" type="body"/>
          </p:nvPr>
        </p:nvSpPr>
        <p:spPr>
          <a:xfrm>
            <a:off x="1143688" y="540904"/>
            <a:ext cx="2174547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2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hart_2">
  <p:cSld name="Сhart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3"/>
          <p:cNvSpPr/>
          <p:nvPr>
            <p:ph idx="2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3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23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23"/>
          <p:cNvSpPr txBox="1"/>
          <p:nvPr>
            <p:ph idx="5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23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">
  <p:cSld name="Numbers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4"/>
          <p:cNvSpPr txBox="1"/>
          <p:nvPr>
            <p:ph idx="2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3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24"/>
          <p:cNvSpPr txBox="1"/>
          <p:nvPr>
            <p:ph idx="4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idx="5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6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7" type="body"/>
          </p:nvPr>
        </p:nvSpPr>
        <p:spPr>
          <a:xfrm>
            <a:off x="1143689" y="540904"/>
            <a:ext cx="218953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24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5"/>
          <p:cNvSpPr/>
          <p:nvPr>
            <p:ph idx="3" type="tbl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4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25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_2">
  <p:cSld name="Table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26"/>
          <p:cNvSpPr/>
          <p:nvPr>
            <p:ph idx="3" type="tbl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4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5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26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s">
  <p:cSld name="Color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27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 txBox="1"/>
          <p:nvPr>
            <p:ph idx="2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">
  <p:cSld name="Clean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1143689" y="540904"/>
            <a:ext cx="2174546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28"/>
          <p:cNvSpPr/>
          <p:nvPr/>
        </p:nvSpPr>
        <p:spPr>
          <a:xfrm>
            <a:off x="10985700" y="476240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1">
  <p:cSld name="Final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2">
  <p:cSld name="Final_2">
    <p:bg>
      <p:bgPr>
        <a:solidFill>
          <a:srgbClr val="0E2D69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HSE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102C69"/>
      </a:accent1>
      <a:accent2>
        <a:srgbClr val="1656A6"/>
      </a:accent2>
      <a:accent3>
        <a:srgbClr val="BFBFBF"/>
      </a:accent3>
      <a:accent4>
        <a:srgbClr val="EB8C3C"/>
      </a:accent4>
      <a:accent5>
        <a:srgbClr val="009B64"/>
      </a:accent5>
      <a:accent6>
        <a:srgbClr val="7D50B9"/>
      </a:accent6>
      <a:hlink>
        <a:srgbClr val="1656A6"/>
      </a:hlink>
      <a:folHlink>
        <a:srgbClr val="A0A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HSE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102C69"/>
      </a:accent1>
      <a:accent2>
        <a:srgbClr val="1656A6"/>
      </a:accent2>
      <a:accent3>
        <a:srgbClr val="BFBFBF"/>
      </a:accent3>
      <a:accent4>
        <a:srgbClr val="EB8C3C"/>
      </a:accent4>
      <a:accent5>
        <a:srgbClr val="009B64"/>
      </a:accent5>
      <a:accent6>
        <a:srgbClr val="7D50B9"/>
      </a:accent6>
      <a:hlink>
        <a:srgbClr val="1656A6"/>
      </a:hlink>
      <a:folHlink>
        <a:srgbClr val="A0A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